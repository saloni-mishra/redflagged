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3120470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4F7FB"/>
                </a:solidFill>
              </a:defRPr>
            </a:pPr>
            <a:r>
              <a:rPr lang="en-US" dirty="0"/>
              <a:t>RedFlagged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868680" y="2423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6EE7B7"/>
                </a:solidFill>
              </a:defRPr>
            </a:pPr>
            <a:r>
              <a:t>Understand. Check. Verify.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246120"/>
            <a:ext cx="986154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AB4CC"/>
                </a:solidFill>
              </a:defRPr>
            </a:pPr>
            <a:r>
              <a:rPr dirty="0"/>
              <a:t>A safety-first AI assistant for assessing warning signs in suspicious legal and government-style</a:t>
            </a:r>
            <a:endParaRPr lang="en-US" dirty="0"/>
          </a:p>
          <a:p>
            <a:pPr>
              <a:defRPr sz="2000">
                <a:solidFill>
                  <a:srgbClr val="AAB4CC"/>
                </a:solidFill>
              </a:defRPr>
            </a:pPr>
            <a:r>
              <a:rPr dirty="0"/>
              <a:t> communications.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3313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C"/>
                </a:solidFill>
              </a:defRPr>
            </a:pPr>
            <a:r>
              <a:t>Fear and urgency can make suspicious communications difficult to evaluate calmly.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74720" cy="32918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64008" cy="329184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84708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Legal-looking scams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331720"/>
            <a:ext cx="306323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Messages may imitate police, cybercrime, courts, banks, or government authorities and use official-sounding language.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474720" cy="32918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645920"/>
            <a:ext cx="64008" cy="32918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84708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Pressure to 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331720"/>
            <a:ext cx="306323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Urgent deadlines, threats, payment requests, or requests for sensitive information can push people into risky decisions.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474720" cy="32918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046720" y="1645920"/>
            <a:ext cx="64008" cy="32918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5320" y="184708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Hard to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331720"/>
            <a:ext cx="3063239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Users may not know what details matter or which official channel should be used for independent verification.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446520"/>
            <a:ext cx="33313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6071342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turns a confusing communication into an evidence-backed safety checklist.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4F7FB"/>
                </a:solidFill>
              </a:defRPr>
            </a:pPr>
            <a:r>
              <a:t>1. Understand — summarize the communication in plain language.</a:t>
            </a:r>
          </a:p>
          <a:p>
            <a:pPr>
              <a:spcAft>
                <a:spcPts val="1400"/>
              </a:spcAft>
              <a:defRPr sz="1800">
                <a:solidFill>
                  <a:srgbClr val="F4F7FB"/>
                </a:solidFill>
              </a:defRPr>
            </a:pPr>
            <a:r>
              <a:t>2. Extract — identify claimed authority, contacts, amounts, deadlines, links, and threats.</a:t>
            </a:r>
          </a:p>
          <a:p>
            <a:pPr>
              <a:spcAft>
                <a:spcPts val="1400"/>
              </a:spcAft>
              <a:defRPr sz="1800">
                <a:solidFill>
                  <a:srgbClr val="F4F7FB"/>
                </a:solidFill>
              </a:defRPr>
            </a:pPr>
            <a:r>
              <a:t>3. Check — combine deterministic warning-sign rules with AI interpretation.</a:t>
            </a:r>
          </a:p>
          <a:p>
            <a:pPr>
              <a:spcAft>
                <a:spcPts val="1400"/>
              </a:spcAft>
              <a:defRPr sz="1800">
                <a:solidFill>
                  <a:srgbClr val="F4F7FB"/>
                </a:solidFill>
              </a:defRPr>
            </a:pPr>
            <a:r>
              <a:t>4. Explain — show the evidence behind each flagged indicator.</a:t>
            </a:r>
          </a:p>
          <a:p>
            <a:pPr>
              <a:spcAft>
                <a:spcPts val="1400"/>
              </a:spcAft>
              <a:defRPr sz="1800">
                <a:solidFill>
                  <a:srgbClr val="F4F7FB"/>
                </a:solidFill>
              </a:defRPr>
            </a:pPr>
            <a:r>
              <a:t>5. Verify safely — guide users toward independent, trusted verification channels.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33313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Target Users &amp; Use Cases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00200"/>
            <a:ext cx="3474720" cy="356616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64008" cy="356616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0136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Individuals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86000"/>
            <a:ext cx="3063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People who receive unexpected legal, police, government, financial, or cybercrime-related messages.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00200"/>
            <a:ext cx="3474720" cy="356616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600200"/>
            <a:ext cx="64008" cy="356616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80136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Families &amp; communities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86000"/>
            <a:ext cx="3063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A simple explanation layer for people who want to help a family member assess a suspicious communication.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00200"/>
            <a:ext cx="3474720" cy="356616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600200"/>
            <a:ext cx="64008" cy="35661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80136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Safety &amp; support workflows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86000"/>
            <a:ext cx="3063239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A foundation for future integrations with trusted verification resources and community education.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3313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Core Product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C"/>
                </a:solidFill>
              </a:defRPr>
            </a:pPr>
            <a:r>
              <a:t>Designed around explainability rather than a black-box verdict.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29000" cy="1874519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64008" cy="1874519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7556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Plain-language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30175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Converts intimidating wording into an understandable explanation.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54480"/>
            <a:ext cx="3429000" cy="1874519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554480"/>
            <a:ext cx="64008" cy="1874519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17556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Evidence panel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240280"/>
            <a:ext cx="30175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Shows the exact warning indicators detected and why they matter.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554480"/>
            <a:ext cx="3429000" cy="1874519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64008" cy="18745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75564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Risk assessment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240280"/>
            <a:ext cx="30175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Uses transparent indicators rather than claiming legal authenticity.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3429000" cy="1874519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64008" cy="1874519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9959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Safe 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480560"/>
            <a:ext cx="30175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Emphasizes preserving evidence and independently verifying claims.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3794760"/>
            <a:ext cx="3429000" cy="1874519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794760"/>
            <a:ext cx="64008" cy="1874519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63440" y="39959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Source-backed guidance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480560"/>
            <a:ext cx="301752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Uses a curated knowledge base for scenario-specific safety guidance.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3794760"/>
            <a:ext cx="3429000" cy="1874519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794760"/>
            <a:ext cx="64008" cy="1874519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58200" y="3995928"/>
            <a:ext cx="3017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Safety disclaimer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480560"/>
            <a:ext cx="301752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rPr dirty="0"/>
              <a:t>Clearly states that </a:t>
            </a:r>
            <a:r>
              <a:rPr lang="en-US" dirty="0"/>
              <a:t>RedFlagged</a:t>
            </a:r>
            <a:r>
              <a:rPr dirty="0"/>
              <a:t> is not a law firm and does not determine legal validity.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33313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How the AI System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78992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AAB4CC"/>
                </a:solidFill>
              </a:defRPr>
            </a:pPr>
            <a:r>
              <a:t>Hybrid architecture: deterministic checks + retrieval-grounded language generation.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011680"/>
            <a:ext cx="1691640" cy="23774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11480" y="2011680"/>
            <a:ext cx="64008" cy="23774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212848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280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User-provided communication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011680"/>
            <a:ext cx="1691640" cy="23774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377440" y="2011680"/>
            <a:ext cx="64008" cy="237744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06040" y="2212848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697480"/>
            <a:ext cx="1280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Text / entities / indicators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011680"/>
            <a:ext cx="1691640" cy="23774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43400" y="2011680"/>
            <a:ext cx="64008" cy="2377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2212848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97480"/>
            <a:ext cx="1280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Rule-based risk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011680"/>
            <a:ext cx="1691640" cy="23774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2011680"/>
            <a:ext cx="64008" cy="23774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59" y="2212848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RETRIEVE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59" y="2697480"/>
            <a:ext cx="1280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Curated scenario knowledge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19" y="2011680"/>
            <a:ext cx="1691640" cy="23774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75319" y="2011680"/>
            <a:ext cx="64008" cy="237744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19" y="2212848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19" y="2697480"/>
            <a:ext cx="1280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Structured AI explanation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0" y="2011680"/>
            <a:ext cx="1691640" cy="23774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0241280" y="2011680"/>
            <a:ext cx="64008" cy="23774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469880" y="2212848"/>
            <a:ext cx="1280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69880" y="2697480"/>
            <a:ext cx="128016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Risk + evidence + guidance + sources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446520"/>
            <a:ext cx="3305713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•  Understand. Check. Verify.                                  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508760"/>
            <a:ext cx="2743200" cy="42062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64008" cy="420624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709928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33172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React + Vite</a:t>
            </a:r>
            <a:br/>
            <a:br/>
            <a:r>
              <a:t>User input</a:t>
            </a:r>
            <a:br/>
            <a:r>
              <a:t>Results UI</a:t>
            </a:r>
            <a:br/>
            <a:r>
              <a:t>Evidence display</a:t>
            </a:r>
            <a:br/>
            <a:r>
              <a:t>Safety guidance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1508760"/>
            <a:ext cx="2743200" cy="42062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11880" y="1508760"/>
            <a:ext cx="64008" cy="42062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0" y="1709928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94560"/>
            <a:ext cx="233172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Python + FastAPI</a:t>
            </a:r>
            <a:br/>
            <a:br/>
            <a:r>
              <a:t>Extraction services</a:t>
            </a:r>
            <a:br/>
            <a:r>
              <a:t>Risk engine</a:t>
            </a:r>
            <a:br/>
            <a:r>
              <a:t>Knowledge retrieval</a:t>
            </a:r>
            <a:br/>
            <a:r>
              <a:t>LLM orchestration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508760"/>
            <a:ext cx="2240280" cy="42062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583680" y="1508760"/>
            <a:ext cx="64008" cy="4206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170992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2194560"/>
            <a:ext cx="18288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Curated Markdown / JSON</a:t>
            </a:r>
            <a:br/>
            <a:br/>
            <a:r>
              <a:t>Scenario-specific guidance</a:t>
            </a:r>
            <a:br/>
            <a:r>
              <a:t>Official-source references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1508760"/>
            <a:ext cx="2468880" cy="42062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52560" y="1508760"/>
            <a:ext cx="64008" cy="420624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60" y="1709928"/>
            <a:ext cx="20574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AI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2194560"/>
            <a:ext cx="20574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LLM for contextual interpretation</a:t>
            </a:r>
            <a:br/>
            <a:br/>
            <a:r>
              <a:t>Structured JSON output</a:t>
            </a:r>
            <a:br/>
            <a:br/>
            <a:r>
              <a:t>Grounded explanations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t>NOTICEGUARD  •  Understand. Check. Verify.                                  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AI Technologies &amp; Safety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393192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64008" cy="393192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Structured LLM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3063239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The model is asked for structured fields such as situation type, risk level, evidence, extracted entities, and safe next steps.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393192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64008" cy="393192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5564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Grounded generation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40280"/>
            <a:ext cx="3063239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Scenario guidance comes from a curated knowledge base instead of relying only on free-form model memory.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74720" cy="393192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64008" cy="39319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75564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Human-safe UX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063239" cy="3063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No claim of legal authenticity. Users are encouraged to independently verify suspicious claims through trusted channels.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3313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Impact, Feasibility &amp;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474720" cy="384048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64008" cy="384048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75564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Real-world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306323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Helps users slow down, understand warning signs, preserve evidence, and find safer verification paths.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554480"/>
            <a:ext cx="3474720" cy="384048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64008" cy="384048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75564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Feasible MVP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240280"/>
            <a:ext cx="306323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A lightweight web application with a small curated knowledge base and free-tier AI services can demonstrate the core workflow.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554480"/>
            <a:ext cx="3474720" cy="384048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64008" cy="384048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175564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Evaluation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240280"/>
            <a:ext cx="3063239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Test suspicious, legitimate, and ambiguous examples. Measure extraction quality and classification performance before making quantitative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3331361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7FB"/>
                </a:solidFill>
              </a:defRPr>
            </a:pPr>
            <a:r>
              <a:t>Roadmap &amp; Submission Assets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743200" cy="42062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64008" cy="420624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64208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233172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t>Core risk assessment</a:t>
            </a:r>
            <a:br/>
            <a:r>
              <a:t>Evidence-first results</a:t>
            </a:r>
            <a:br/>
            <a:r>
              <a:t>Knowledge base</a:t>
            </a:r>
            <a:br/>
            <a:r>
              <a:t>Safety guardrails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28270" y="1463040"/>
            <a:ext cx="2743200" cy="42062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732897" y="1463040"/>
            <a:ext cx="64008" cy="4206240"/>
          </a:xfrm>
          <a:prstGeom prst="rect">
            <a:avLst/>
          </a:prstGeom>
          <a:solidFill>
            <a:srgbClr val="7DD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57483" y="1664208"/>
            <a:ext cx="2331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rPr dirty="0"/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7483" y="2148839"/>
            <a:ext cx="233172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rPr dirty="0"/>
              <a:t>Multilingual output</a:t>
            </a:r>
            <a:br>
              <a:rPr dirty="0"/>
            </a:br>
            <a:r>
              <a:rPr dirty="0"/>
              <a:t>More scenarios</a:t>
            </a:r>
            <a:br>
              <a:rPr dirty="0"/>
            </a:br>
            <a:r>
              <a:rPr dirty="0"/>
              <a:t>Improved retrieval</a:t>
            </a:r>
            <a:br>
              <a:rPr dirty="0"/>
            </a:br>
            <a:r>
              <a:rPr dirty="0"/>
              <a:t>Evaluation dataset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21528" y="1463040"/>
            <a:ext cx="2240280" cy="4206240"/>
          </a:xfrm>
          <a:prstGeom prst="roundRect">
            <a:avLst/>
          </a:prstGeom>
          <a:solidFill>
            <a:srgbClr val="151C32"/>
          </a:solidFill>
          <a:ln>
            <a:solidFill>
              <a:srgbClr val="151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683317" y="1415669"/>
            <a:ext cx="64008" cy="42062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860" y="1664208"/>
            <a:ext cx="1828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4F7FB"/>
                </a:solidFill>
              </a:defRPr>
            </a:pPr>
            <a:r>
              <a:t>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5860" y="2148840"/>
            <a:ext cx="1828800" cy="333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AAB4CC"/>
                </a:solidFill>
              </a:defRPr>
            </a:pPr>
            <a:r>
              <a:rPr dirty="0"/>
              <a:t>Additional document inputs</a:t>
            </a:r>
            <a:br>
              <a:rPr dirty="0"/>
            </a:br>
            <a:r>
              <a:rPr dirty="0"/>
              <a:t>Verification workflows</a:t>
            </a:r>
            <a:br>
              <a:rPr dirty="0"/>
            </a:br>
            <a:r>
              <a:rPr dirty="0"/>
              <a:t>Analytics and monitoring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3389069" cy="230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AB4CC"/>
                </a:solidFill>
              </a:defRPr>
            </a:pPr>
            <a:r>
              <a:rPr lang="en-US" dirty="0"/>
              <a:t>RedFlagged</a:t>
            </a:r>
            <a:r>
              <a:rPr dirty="0"/>
              <a:t>  •  Understand. Check. Verify.                                  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708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ALOK MISHRA</cp:lastModifiedBy>
  <cp:revision>2</cp:revision>
  <dcterms:created xsi:type="dcterms:W3CDTF">2013-01-27T09:14:16Z</dcterms:created>
  <dcterms:modified xsi:type="dcterms:W3CDTF">2026-09-15T22:11:04Z</dcterms:modified>
  <cp:category/>
</cp:coreProperties>
</file>