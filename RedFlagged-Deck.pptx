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108960" cy="310896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822960" cy="8229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RedFlagged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Understand.  Check.  Verify.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776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safety-first AI assistant that helps people spot warning signs in suspicious legal, government, and financial notices — before they act.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Builders Hackathon  ·  Built solo in a 5-day sprint  ·  red-flagged-nu.vercel.app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Legal-looking scams exploit fear and urgency to make people act before they can think or verify.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9738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police &amp; court notices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886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arrest warrants and legal summons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196596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0926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0926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3246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payment demands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3886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Pressuring victims to pay 'fees' or 'penalties' immediately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196596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2114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211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3246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 via WhatsApp/SMS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3886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designed to look official, sent through unofficial channels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12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"Is this real?  What should I do?  How do I verify it?"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RedFlagged  ·  The Problem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RedFlagged Does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message, and RedFlagged returns evidence, not just an opinion.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828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text, or upload a screenshot / PDF of the notice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743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rule engine checks for known warning-sign patterns and produces a transparent risk score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657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3657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interprets the flagged evidence against a curated knowledge base of how real institutions communicate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572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4572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risk assessment, quoted evidence, safe next steps, and how to verify independently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FDF1F1"/>
          </a:solidFill>
          <a:ln w="12700">
            <a:solidFill>
              <a:srgbClr val="F3D2D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6235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RedFlagged never claims to determine legal authenticity — it surfaces warning signs and points to real verification channels.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59536" y="23774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59536" y="24871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9536" y="27889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734056" y="237744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008376" y="23774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2B3B8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08376" y="24871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08376" y="27889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82896" y="237744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157216" y="23774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57216" y="24871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57216" y="27889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031736" y="237744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306056" y="23774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2B3B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06056" y="24871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306056" y="27889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180576" y="237744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454896" y="23774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54896" y="24871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454896" y="27889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59536" y="397764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PDF text extraction, editable before analysis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008376" y="397764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 engine flags known warning-sign patterns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157216" y="397764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knowledge base grounds the analysis in real institutional context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306056" y="397764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generates a plain-language, evidence-based explanation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454896" y="397764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risk level, evidence, safe steps &amp; verification guidance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RedFlagged  ·  How It Works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pipeline — not a single LLM call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0" y="155448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5488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Image / PDF input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94560" y="2514600"/>
            <a:ext cx="310896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331720" y="251460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(deterministic, weighted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warning-sign checks → score)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2514600"/>
            <a:ext cx="3108960" cy="1051560"/>
          </a:xfrm>
          <a:prstGeom prst="roundRect">
            <a:avLst>
              <a:gd name="adj" fmla="val 8696"/>
            </a:avLst>
          </a:prstGeom>
          <a:solidFill>
            <a:srgbClr val="2B3B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95160" y="251460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(curated, source-backed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context)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611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3611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97680" y="397764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D645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97680" y="3977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— structured JSON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383280" y="502920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20440" y="50292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+ score  ·  evidence &amp; explanation  ·  safe steps  ·  verification guidance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numeric risk score always comes from the deterministic rule engine — never from the AI. This keeps the score explainable and testable.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Ask a Chatbot?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General-Purpose Chatbot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One freeform AI answer, no fixed structure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Can hallucinate legal information with no grounding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Risk judgment is opaque — no visible reasoning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No consistent evidence or verification steps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RedFlagged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Structured JSON output — risk level, score, evidence, guidance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880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Legal/institutional claims grounded in a curated knowledge base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474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Numeric risk score from a transparent, deterministic rule engine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069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result ends in concrete, verifiable next steps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RedFlagged  ·  Differentiation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&amp; Validated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test messages, including a deliberately benign one, and two real bugs found and fixed along the way.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1051560" cy="54864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/ UPI scam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130552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demand correctly flagged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926080"/>
            <a:ext cx="1051560" cy="54864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9260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2834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FedEx customs notice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3182112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Unlisted scenario type — still classified &amp; flagged correctly, including a shortened link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977640"/>
            <a:ext cx="1051560" cy="5486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9776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3886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message (google.com / github.com)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4233672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cleared — proves the system doesn't just flag everything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6E5"/>
          </a:solidFill>
          <a:ln w="12700">
            <a:solidFill>
              <a:srgbClr val="F0DF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93776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testing: all confirmed results above used pasted text input. The image (OCR) and PDF text-extraction paths are implemented in the pipeline but have not yet been end-to-end tested — noted as a limitation, not a claim.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103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2103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2104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pytesseract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160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526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97680" y="39319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4206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4160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4526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39319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1040" y="4206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2104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098280" y="4160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4526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 &amp; 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FDF1F1"/>
          </a:solidFill>
          <a:ln w="12700">
            <a:solidFill>
              <a:srgbClr val="F3D2D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Risk score (rules) and risk level (AI) are generated independently and can occasionally diverge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0720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Image (OCR) and PDF extraction are built but not yet end-to-end tested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6557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Knowledge base covers a curated set of scenarios, not exhaustive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2394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English-only for now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EAF6EF"/>
          </a:solidFill>
          <a:ln w="12700">
            <a:solidFill>
              <a:srgbClr val="C9E9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14884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Reconcile the numeric score and AI risk level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80720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End-to-end test the image/PDF extraction paths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46557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Hindi and Gujarati output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12394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Expanded knowledge base + "why was this flagged?" transparency panel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3291840" cy="329184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Understand.  Check.  Verify.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RedFlagged helps people pause and verify before they act — it doesn't replace their judgment, it informs it.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red-flagged-nu.vercel.app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public GitHub repository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2026-09-15T21:59:58Z</dcterms:created>
  <dcterms:modified xsi:type="dcterms:W3CDTF">2026-09-15T21:59:58Z</dcterms:modified>
</cp:coreProperties>
</file>